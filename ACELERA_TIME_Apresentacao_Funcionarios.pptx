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13716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⚡ ACELERA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O Sistema que Conecta Sua Equipe de Logística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2400" b="0">
                <a:solidFill>
                  <a:srgbClr val="E8671A"/>
                </a:solidFill>
                <a:latin typeface="Arial"/>
              </a:defRPr>
            </a:pPr>
            <a:r>
              <a:t>Mais velocidade. Menos ligação. Mais resultado.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Antes do ACELERA TIME...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65760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Supervisor liga para cada motorista para saber o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88720"/>
            <a:ext cx="365760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Controle feito em papel ou planilha desatualizada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365760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Ninguém sabe onde está a carga em tempo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657600"/>
            <a:ext cx="365760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93192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Programação do dia enviada por WhatsApp individual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E8671A"/>
                </a:solidFill>
                <a:latin typeface="Arial"/>
              </a:defRPr>
            </a:pPr>
            <a:r>
              <a:t>Com o ACELERA TIME...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657600" cy="2103120"/>
          </a:xfrm>
          <a:prstGeom prst="rect">
            <a:avLst/>
          </a:prstGeom>
          <a:solidFill>
            <a:srgbClr val="F0F8FF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Status atualizado em tempo real por todos os dispositivos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88720"/>
            <a:ext cx="3657600" cy="2103120"/>
          </a:xfrm>
          <a:prstGeom prst="rect">
            <a:avLst/>
          </a:prstGeom>
          <a:solidFill>
            <a:srgbClr val="F0F8FF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Dashboard central com visão de toda a operação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3657600" cy="2103120"/>
          </a:xfrm>
          <a:prstGeom prst="rect">
            <a:avLst/>
          </a:prstGeom>
          <a:solidFill>
            <a:srgbClr val="F0F8FF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Kanban de embarques e coletas sempre atualizado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657600"/>
            <a:ext cx="3657600" cy="2103120"/>
          </a:xfrm>
          <a:prstGeom prst="rect">
            <a:avLst/>
          </a:prstGeom>
          <a:solidFill>
            <a:srgbClr val="F0F8FF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931920"/>
            <a:ext cx="31089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480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05050"/>
                </a:solidFill>
                <a:latin typeface="Arial"/>
              </a:defRPr>
            </a:pPr>
            <a:r>
              <a:t>Programação enviada automaticamente pelo WhatsApp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O que você vai encontrar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286000" cy="2286000"/>
          </a:xfrm>
          <a:prstGeom prst="rect">
            <a:avLst/>
          </a:prstGeom>
          <a:solidFill>
            <a:srgbClr val="1A3A5C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92024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800" b="0">
                <a:solidFill>
                  <a:srgbClr val="E8671A"/>
                </a:solidFill>
                <a:latin typeface="Arial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286000" cy="2286000"/>
          </a:xfrm>
          <a:prstGeom prst="rect">
            <a:avLst/>
          </a:prstGeom>
          <a:solidFill>
            <a:srgbClr val="1A3A5C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37360"/>
            <a:ext cx="192024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800" b="0">
                <a:solidFill>
                  <a:srgbClr val="E8671A"/>
                </a:solidFill>
                <a:latin typeface="Arial"/>
              </a:defRPr>
            </a:pPr>
            <a:r>
              <a:t>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Programação Semanal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88720"/>
            <a:ext cx="2286000" cy="2286000"/>
          </a:xfrm>
          <a:prstGeom prst="rect">
            <a:avLst/>
          </a:prstGeom>
          <a:solidFill>
            <a:srgbClr val="1A3A5C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192024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800" b="0">
                <a:solidFill>
                  <a:srgbClr val="E8671A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Embarques &amp; Coletas</a:t>
            </a:r>
          </a:p>
          <a:p>
            <a:r>
              <a:t>(Kanban)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2286000" cy="2286000"/>
          </a:xfrm>
          <a:prstGeom prst="rect">
            <a:avLst/>
          </a:prstGeom>
          <a:solidFill>
            <a:srgbClr val="1A3A5C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92024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800" b="0">
                <a:solidFill>
                  <a:srgbClr val="E8671A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Rotinas Diárias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657600"/>
            <a:ext cx="2286000" cy="2286000"/>
          </a:xfrm>
          <a:prstGeom prst="rect">
            <a:avLst/>
          </a:prstGeom>
          <a:solidFill>
            <a:srgbClr val="1A3A5C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206240"/>
            <a:ext cx="192024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800" b="0">
                <a:solidFill>
                  <a:srgbClr val="E8671A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Atividades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657600"/>
            <a:ext cx="2286000" cy="2286000"/>
          </a:xfrm>
          <a:prstGeom prst="rect">
            <a:avLst/>
          </a:prstGeom>
          <a:solidFill>
            <a:srgbClr val="1A3A5C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206240"/>
            <a:ext cx="192024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800" b="0">
                <a:solidFill>
                  <a:srgbClr val="E8671A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WhatsApp 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Dashboard — Tudo em uma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t>🎯 4 Stat Cards</a:t>
            </a:r>
          </a:p>
          <a:p>
            <a:r>
              <a:t>Embarques Hoje | Entregues | Coletas Hoje | Bloqueados</a:t>
            </a:r>
          </a:p>
          <a:p/>
          <a:p>
            <a:r>
              <a:t>📋 Operação do Dia</a:t>
            </a:r>
          </a:p>
          <a:p>
            <a:r>
              <a:t>Lista atualizada de todos os embarques e coletas da operação</a:t>
            </a:r>
          </a:p>
          <a:p/>
          <a:p>
            <a:r>
              <a:t>⚡ Atividades do Dia</a:t>
            </a:r>
          </a:p>
          <a:p>
            <a:r>
              <a:t>Tarefas extraordinárias que precisam atenção imediata</a:t>
            </a:r>
          </a:p>
          <a:p/>
          <a:p>
            <a:r>
              <a:t>🔔 Rotinas / Alertas</a:t>
            </a:r>
          </a:p>
          <a:p>
            <a:r>
              <a:t>Checklist do dia e avisos de problemas ou bloqueios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Kanban — Visualize a operação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EMBARQUES (Status progression):</a:t>
            </a:r>
          </a:p>
          <a:p>
            <a:r>
              <a:t>🟨 Separando → 🟧 Em Embarque → 🟩 Em Rota → 🟦 Entregue → 🔴 Bloqueado → ⚪ Cancelado</a:t>
            </a:r>
          </a:p>
          <a:p/>
          <a:p>
            <a:r>
              <a:t>COLETAS (Status progression):</a:t>
            </a:r>
          </a:p>
          <a:p>
            <a:r>
              <a:t>🟨 Aguardando → 🟧 Em Coleta → 🟩 Coletado → 🔴 Problema → ⚪ Cancelado</a:t>
            </a:r>
          </a:p>
          <a:p/>
          <a:p>
            <a:r>
              <a:t>Cada coluna é atualizada em tempo real. Arraste entre colunas para mudar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Como criar um novo embarque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1️⃣ Click no botão '+Novo Embarque'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2️⃣ Preencha os campos obrigatórios (*)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   Número | Cliente | Destino | Produto | Transportadora</a:t>
            </a:r>
          </a:p>
          <a:p>
            <a:r>
              <a:t>   Motorista | NF | Peso | 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3️⃣ Click no botão 'Salvar Embarque'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4️⃣ Aparece automaticamente no Kanban 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E8671A"/>
                </a:solidFill>
                <a:latin typeface="Arial"/>
              </a:defRPr>
            </a:pPr>
            <a:r>
              <a:t>Atualizar status em 3 cliques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1️⃣ Click no embarque/coleta (abre detalhes)</a:t>
            </a:r>
          </a:p>
          <a:p/>
          <a:p>
            <a:r>
              <a:t>2️⃣ Click no botão 'Atualizar Status'</a:t>
            </a:r>
          </a:p>
          <a:p/>
          <a:p>
            <a:r>
              <a:t>3️⃣ Selecione o novo status e confirme</a:t>
            </a:r>
          </a:p>
          <a:p/>
          <a:p>
            <a:r>
              <a:t>✨ Status disponíveis:</a:t>
            </a:r>
          </a:p>
          <a:p>
            <a:r>
              <a:t>EMBARQUES: Separando → Em Embarque → Em Rota → Entregue → Bloqueado → Cancelado</a:t>
            </a:r>
          </a:p>
          <a:p>
            <a:r>
              <a:t>COLETAS: Aguardando → Em Coleta → Coletado → Problema → Cancelado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Programação Semanal — Visualize 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Arial"/>
              </a:defRPr>
            </a:pPr>
            <a:r>
              <a:t>📅 Grid semanal (Segunda a Sábado)</a:t>
            </a:r>
          </a:p>
          <a:p/>
          <a:p>
            <a:r>
              <a:t>✨ Recursos:</a:t>
            </a:r>
          </a:p>
          <a:p>
            <a:r>
              <a:t>• Adicionar embarques/coletas a dias específicos</a:t>
            </a:r>
          </a:p>
          <a:p>
            <a:r>
              <a:t>• Navegue entre semanas (próxima / anterior)</a:t>
            </a:r>
          </a:p>
          <a:p>
            <a:r>
              <a:t>• Visualização rápida de toda a semana</a:t>
            </a:r>
          </a:p>
          <a:p>
            <a:r>
              <a:t>• Sincroniza automaticamente com o Dashboard e Kanban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Rotinas do Dia — Checklist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✅ 8 Rotinas Diárias + 2 Rotinas Semanais</a:t>
            </a:r>
          </a:p>
          <a:p/>
          <a:p>
            <a:r>
              <a:t>Rotinas incluem tarefas como:</a:t>
            </a:r>
          </a:p>
          <a:p>
            <a:r>
              <a:t>• Abrir operação</a:t>
            </a:r>
          </a:p>
          <a:p>
            <a:r>
              <a:t>• Revisar embarques</a:t>
            </a:r>
          </a:p>
          <a:p>
            <a:r>
              <a:t>• Conferir coletas</a:t>
            </a:r>
          </a:p>
          <a:p>
            <a:r>
              <a:t>• Fechar operação</a:t>
            </a:r>
          </a:p>
          <a:p>
            <a:r>
              <a:t>• E mais...</a:t>
            </a:r>
          </a:p>
          <a:p/>
          <a:p>
            <a:r>
              <a:t>📊 Progress Bar</a:t>
            </a:r>
          </a:p>
          <a:p>
            <a:r>
              <a:t>Acompanhe quantas rotinas foram completadas hoje</a:t>
            </a:r>
          </a:p>
          <a:p/>
          <a:p>
            <a:r>
              <a:t>📈 Histórico Semanal</a:t>
            </a:r>
          </a:p>
          <a:p>
            <a:r>
              <a:t>Grid mostrando todas as semanas anteriores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E8671A"/>
                </a:solidFill>
                <a:latin typeface="Arial"/>
              </a:defRPr>
            </a:pPr>
            <a:r>
              <a:t>Atividades — Tarefas extraordinárias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Arial"/>
              </a:defRPr>
            </a:pPr>
            <a:r>
              <a:t>📋 Campos da atividade:</a:t>
            </a:r>
          </a:p>
          <a:p>
            <a:r>
              <a:t>• Título (obrigatório *)</a:t>
            </a:r>
          </a:p>
          <a:p>
            <a:r>
              <a:t>• Setor (obrigatório *)</a:t>
            </a:r>
          </a:p>
          <a:p>
            <a:r>
              <a:t>• Responsável (obrigatório *)</a:t>
            </a:r>
          </a:p>
          <a:p>
            <a:r>
              <a:t>• Prazo (obrigatório *)</a:t>
            </a:r>
          </a:p>
          <a:p>
            <a:r>
              <a:t>• Novo Prazo (se necessário adiar)</a:t>
            </a:r>
          </a:p>
          <a:p>
            <a:r>
              <a:t>• Custo (impacto financeiro)</a:t>
            </a:r>
          </a:p>
          <a:p>
            <a:r>
              <a:t>• Tipo (qual categoria?)</a:t>
            </a:r>
          </a:p>
          <a:p>
            <a:r>
              <a:t>• Status (Em Andamento | Concluído | Problema)</a:t>
            </a:r>
          </a:p>
          <a:p/>
          <a:p>
            <a:r>
              <a:t>⚠️ Todos os campos obrigatórios (*) devem ser preenchidos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WhatsApp — A operação no seu celular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200400" cy="5303520"/>
          </a:xfrm>
          <a:prstGeom prst="rect">
            <a:avLst/>
          </a:prstGeom>
          <a:solidFill>
            <a:srgbClr val="323232"/>
          </a:solidFill>
          <a:ln w="381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834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📨 Receba a programação</a:t>
            </a:r>
          </a:p>
          <a:p>
            <a:r>
              <a:t>do dia às 06:00</a:t>
            </a:r>
          </a:p>
          <a:p/>
          <a:p>
            <a:r>
              <a:t>💬 Atualize status:</a:t>
            </a:r>
          </a:p>
          <a:p>
            <a:r>
              <a:t>STATUS EMB 4510 ENTREGUE</a:t>
            </a:r>
          </a:p>
          <a:p/>
          <a:p>
            <a:r>
              <a:t>STATUS COL C-85 COLETADO</a:t>
            </a:r>
          </a:p>
          <a:p/>
          <a:p>
            <a:r>
              <a:t>📝 Veja seu dia:</a:t>
            </a:r>
          </a:p>
          <a:p>
            <a:r>
              <a:t>PROGRAMA</a:t>
            </a:r>
          </a:p>
          <a:p/>
          <a:p>
            <a:r>
              <a:t>❓ Precisa de ajuda:</a:t>
            </a:r>
          </a:p>
          <a:p>
            <a:r>
              <a:t>AJUDA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4572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Arial"/>
              </a:defRPr>
            </a:pPr>
            <a:r>
              <a:t>Comandos disponíveis:</a:t>
            </a:r>
          </a:p>
          <a:p/>
          <a:p>
            <a:r>
              <a:t>🔔 Notificações automáticas</a:t>
            </a:r>
          </a:p>
          <a:p>
            <a:r>
              <a:t>Receba atualizações em tempo real</a:t>
            </a:r>
          </a:p>
          <a:p>
            <a:r>
              <a:t>dos seus embarques e coletas</a:t>
            </a:r>
          </a:p>
          <a:p/>
          <a:p>
            <a:r>
              <a:t>⚡ Respostas rápidas</a:t>
            </a:r>
          </a:p>
          <a:p>
            <a:r>
              <a:t>Atualize sem abrir o sistema</a:t>
            </a:r>
          </a:p>
          <a:p/>
          <a:p>
            <a:r>
              <a:t>📅 Programação do dia</a:t>
            </a:r>
          </a:p>
          <a:p>
            <a:r>
              <a:t>Consulte sua agenda</a:t>
            </a:r>
          </a:p>
          <a:p/>
          <a:p>
            <a:r>
              <a:t>🎯 Sincronização completa</a:t>
            </a:r>
          </a:p>
          <a:p>
            <a:r>
              <a:t>Qualquer atualização no WhatsApp</a:t>
            </a:r>
          </a:p>
          <a:p>
            <a:r>
              <a:t>reflete no Dashboard em segundos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E8671A"/>
                </a:solidFill>
                <a:latin typeface="Arial"/>
              </a:defRPr>
            </a:pPr>
            <a:r>
              <a:t>Funciona sem internet!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931920" cy="5303520"/>
          </a:xfrm>
          <a:prstGeom prst="rect">
            <a:avLst/>
          </a:prstGeom>
          <a:solidFill>
            <a:srgbClr val="FFFAF0"/>
          </a:solidFill>
          <a:ln w="25400">
            <a:solidFill>
              <a:srgbClr val="E86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5661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2400" b="1">
                <a:solidFill>
                  <a:srgbClr val="E8671A"/>
                </a:solidFill>
                <a:latin typeface="Arial"/>
              </a:defRPr>
            </a:pPr>
            <a:r>
              <a:t>📴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Arial"/>
              </a:defRPr>
            </a:pPr>
            <a:r>
              <a:t>✓ Continua funcionando</a:t>
            </a:r>
          </a:p>
          <a:p>
            <a:r>
              <a:t>✓ Dados salvos no celular</a:t>
            </a:r>
          </a:p>
          <a:p>
            <a:r>
              <a:t>✓ Fila de sincronização</a:t>
            </a:r>
          </a:p>
          <a:p>
            <a:r>
              <a:t>✓ Sem perder nenhuma atualização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solidFill>
            <a:srgbClr val="F0FFF0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2400" b="1">
                <a:solidFill>
                  <a:srgbClr val="1A3A5C"/>
                </a:solidFill>
                <a:latin typeface="Arial"/>
              </a:defRPr>
            </a:pPr>
            <a:r>
              <a:t>🌐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01168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Arial"/>
              </a:defRPr>
            </a:pPr>
            <a:r>
              <a:t>✓ Sync automático</a:t>
            </a:r>
          </a:p>
          <a:p>
            <a:r>
              <a:t>✓ Dados atualizados</a:t>
            </a:r>
          </a:p>
          <a:p>
            <a:r>
              <a:t>em todos os dispositivos</a:t>
            </a:r>
          </a:p>
          <a:p>
            <a:r>
              <a:t>✓ Comunicação em</a:t>
            </a:r>
          </a:p>
          <a:p>
            <a:r>
              <a:t>tempo real</a:t>
            </a:r>
          </a:p>
          <a:p>
            <a:r>
              <a:t>✓ Sem conflitos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1A3A5C"/>
                </a:solidFill>
                <a:latin typeface="Arial"/>
              </a:defRPr>
            </a:pPr>
            <a:r>
              <a:t>Instale no seu celular em 2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3931920" cy="5303520"/>
          </a:xfrm>
          <a:prstGeom prst="rect">
            <a:avLst/>
          </a:prstGeom>
          <a:solidFill>
            <a:srgbClr val="E6FFE6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5661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2200" b="1">
                <a:solidFill>
                  <a:srgbClr val="1A3A5C"/>
                </a:solidFill>
                <a:latin typeface="Arial"/>
              </a:defRPr>
            </a:pPr>
            <a:r>
              <a:t>🤖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Arial"/>
              </a:defRPr>
            </a:pPr>
            <a:r>
              <a:t>1️⃣ Abra o Chrome</a:t>
            </a:r>
          </a:p>
          <a:p/>
          <a:p>
            <a:r>
              <a:t>2️⃣ Clique no menu ⋮</a:t>
            </a:r>
          </a:p>
          <a:p>
            <a:r>
              <a:t>(3 pontinhos)</a:t>
            </a:r>
          </a:p>
          <a:p/>
          <a:p>
            <a:r>
              <a:t>3️⃣ Selecione</a:t>
            </a:r>
          </a:p>
          <a:p>
            <a:r>
              <a:t>"Adicionar à tela inicial"</a:t>
            </a:r>
          </a:p>
          <a:p/>
          <a:p>
            <a:r>
              <a:t>✨ Pronto! Funciona como</a:t>
            </a:r>
          </a:p>
          <a:p>
            <a:r>
              <a:t>um app nativo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solidFill>
            <a:srgbClr val="E6F5FF"/>
          </a:solidFill>
          <a:ln w="254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2200" b="1">
                <a:solidFill>
                  <a:srgbClr val="1A3A5C"/>
                </a:solidFill>
                <a:latin typeface="Arial"/>
              </a:defRPr>
            </a:pPr>
            <a:r>
              <a:t>🍎 iPhone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Arial"/>
              </a:defRPr>
            </a:pPr>
            <a:r>
              <a:t>1️⃣ Abra no Safari</a:t>
            </a:r>
          </a:p>
          <a:p/>
          <a:p>
            <a:r>
              <a:t>2️⃣ Clique no botão</a:t>
            </a:r>
          </a:p>
          <a:p>
            <a:r>
              <a:t>compartilhar</a:t>
            </a:r>
          </a:p>
          <a:p/>
          <a:p>
            <a:r>
              <a:t>3️⃣ Selecione</a:t>
            </a:r>
          </a:p>
          <a:p>
            <a:r>
              <a:t>"Adicionar à Tela de Início"</a:t>
            </a:r>
          </a:p>
          <a:p/>
          <a:p>
            <a:r>
              <a:t>✨ Pronto! Sem barra</a:t>
            </a:r>
          </a:p>
          <a:p>
            <a:r>
              <a:t>do navegador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4000" b="1">
                <a:solidFill>
                  <a:srgbClr val="E8671A"/>
                </a:solidFill>
                <a:latin typeface="Arial"/>
              </a:defRPr>
            </a:pPr>
            <a:r>
              <a:t>Dicas para usar bem 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1️⃣ Sempre preencha TODOS os campos obrigatórios (*)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2️⃣ Atualize o status assim que a situação mudar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3️⃣ Use o Kanban para ter a visão geral da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4️⃣ Check das rotinas diárias toda manhã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5️⃣ Registre observações em cada embarque/coleta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Arial"/>
              </a:defRPr>
            </a:pPr>
            <a:r>
              <a:t>6️⃣ Em bloqueio, adicione o motivo nas observações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137160"/>
          </a:xfrm>
          <a:prstGeom prst="rect">
            <a:avLst/>
          </a:prstGeom>
          <a:solidFill>
            <a:srgbClr val="E86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⚡ ACELERA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3600" b="0">
                <a:solidFill>
                  <a:srgbClr val="E8671A"/>
                </a:solidFill>
                <a:latin typeface="Arial"/>
              </a:defRPr>
            </a:pPr>
            <a:r>
              <a:t>Vamos acelerar juntos!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t>Dúvidas? Fale com seu supervisor.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