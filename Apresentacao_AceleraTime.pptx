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E8671A"/>
                </a:solidFill>
                <a:latin typeface="Arial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ACELERA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99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CCEE"/>
                </a:solidFill>
                <a:latin typeface="Arial"/>
              </a:rPr>
              <a:t>Sistema de Gestão Logística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697480"/>
            <a:ext cx="5486400" cy="54864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880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EE"/>
                </a:solidFill>
                <a:latin typeface="Arial"/>
              </a:rPr>
              <a:t>Treinamento para Funcionários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ACC"/>
                </a:solidFill>
                <a:latin typeface="Arial"/>
              </a:rPr>
              <a:t>Abril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5623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AACC"/>
                </a:solidFill>
                <a:latin typeface="Arial"/>
              </a:rPr>
              <a:t>ACELERA TIME  |  Versão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📋  O que vamos ver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4747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6984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🏠 O que é o ACELERA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72767"/>
            <a:ext cx="34747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91055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6001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🔐 Como acessar e navegar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93976"/>
            <a:ext cx="34747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12264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214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📊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15184"/>
            <a:ext cx="34747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3347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642615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📅 Programação Semanal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36391"/>
            <a:ext cx="34747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79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16382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🚚 Embarques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599"/>
            <a:ext cx="34747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75887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685031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📦 Coletas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78808"/>
            <a:ext cx="34747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9709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06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📋 Pedidos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0016"/>
            <a:ext cx="34747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718303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727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🔄 Kanban de Produção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21223"/>
            <a:ext cx="34747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239511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248655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✅ Rotinas e Atividades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051560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06984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📦 Estoque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572767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591055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16001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🤖 Agentes de 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093976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112264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21214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🗺️ Roteirização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615184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63347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2642615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👥 Perfis de Acesso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136391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154679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316382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🏭 Sistema de Produção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657599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675887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3685031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💡 Dicas e Boas Práticas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178808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197096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4206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🚀 Próximos Passos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Agenda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🏠  O que é o ACELERA TIME?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621792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852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  <a:latin typeface="Arial"/>
              </a:rPr>
              <a:t>Sistema digital para gerenciar
toda a operação logística da empresa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29968"/>
            <a:ext cx="5852160" cy="3657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45720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311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2585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Logística e Produção conectadas em tempo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07208"/>
            <a:ext cx="45720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4378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871215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Funciona no computador, tablet e celular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9856"/>
            <a:ext cx="45720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564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8386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Alertas automáticos pelo WhatsApp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45720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09651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Estoque atualizado automaticamente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45152"/>
            <a:ext cx="45720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8172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70916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Checklists de rotina para a equipe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57800"/>
            <a:ext cx="45720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943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32180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Controle de acesso por perfil de usuário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005840"/>
            <a:ext cx="4846320" cy="5257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13716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671A"/>
                </a:solidFill>
                <a:latin typeface="Arial Black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módulos integrados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2834640"/>
            <a:ext cx="3017520" cy="4572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78040" y="3063240"/>
            <a:ext cx="201168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79" y="31546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🚚 Embarques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3063240"/>
            <a:ext cx="201168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31546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📦 Coletas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3776472"/>
            <a:ext cx="201168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79" y="386791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📋 Pedidos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64040" y="3776472"/>
            <a:ext cx="201168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386791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🏭 Produção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4489704"/>
            <a:ext cx="201168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79" y="45811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📦 Estoque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64040" y="4489704"/>
            <a:ext cx="201168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45811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🤖 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Visão Geral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🔐  Como Acessar e Navegar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035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🔐  Login — Sistema Logístico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1. Abra o arquivo logistica/index.html no navegador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2. Digite seu e-mail e senha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3. Clique em "Entrar"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86200"/>
            <a:ext cx="53035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886200"/>
            <a:ext cx="5303520" cy="402336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41063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🏭  Login — Sistema de Produção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16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1. Abra producao/index.html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2. Digite seu nome e selecione o setor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675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3. Clique em "Acessar Produção"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00584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005840"/>
            <a:ext cx="5760720" cy="402336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06070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🖥️  Navegando no Sistema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572768"/>
            <a:ext cx="4572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60934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591056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Arial"/>
              </a:rPr>
              <a:t>OPERAÇÃO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82880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Dashboard, Programação, Kanban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414016"/>
            <a:ext cx="4572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4505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43230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Arial"/>
              </a:rPr>
              <a:t>TRANSPORTE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67004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Embarques e Coletas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255264"/>
            <a:ext cx="4572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2918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327355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Arial"/>
              </a:rPr>
              <a:t>GESTÃO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511296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Rotinas, Atividades, Pedidos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096512"/>
            <a:ext cx="4572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1330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411480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Arial"/>
              </a:rPr>
              <a:t>AUTOMAÇÃO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35254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Agentes de IA, Roteirização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937760"/>
            <a:ext cx="4572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97433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⚙️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495604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Arial"/>
              </a:rPr>
              <a:t>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519379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Usuários, Estoque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Acesso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📊  Dashboard — Visão Geral da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Arial"/>
              </a:rPr>
              <a:t>Tela inicial após o login. Mostra tudo que está acontecendo em tempo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651760" cy="10058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5B6"/>
                </a:solidFill>
                <a:latin typeface="Arial"/>
              </a:rPr>
              <a:t>Pedidos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Em Produção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508760"/>
            <a:ext cx="2651760" cy="1005840"/>
          </a:xfrm>
          <a:prstGeom prst="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508760"/>
            <a:ext cx="73152" cy="100584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184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7A1E"/>
                </a:solidFill>
                <a:latin typeface="Arial"/>
              </a:rPr>
              <a:t>Prontos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Prontos p/ Embarque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2651760" cy="10058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508760"/>
            <a:ext cx="73152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184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0000"/>
                </a:solidFill>
                <a:latin typeface="Arial"/>
              </a:rPr>
              <a:t>Vencidos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Pedidos Vencidos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508760"/>
            <a:ext cx="2651760" cy="10058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508760"/>
            <a:ext cx="73152" cy="100584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6184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671A"/>
                </a:solidFill>
                <a:latin typeface="Arial"/>
              </a:rPr>
              <a:t>Alertas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1031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Alertas dos Agentes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97480"/>
            <a:ext cx="347472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697480"/>
            <a:ext cx="347472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7063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🚚 Embarques do 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22783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Todos os embarques agendados para hoje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Arial"/>
              </a:rPr>
              <a:t>Clique no card para ir ao módulo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2697480"/>
            <a:ext cx="347472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3360" y="2697480"/>
            <a:ext cx="347472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277063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📦 Coletas do 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22783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Coletas agendadas e status atual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Arial"/>
              </a:rPr>
              <a:t>Clique no card para ir ao módulo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697480"/>
            <a:ext cx="411480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80960" y="2697480"/>
            <a:ext cx="411480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277063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🤖 Alertas de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322783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Notificações automáticas dos agentes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611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Arial"/>
              </a:rPr>
              <a:t>Clique no card para ir ao módulo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📅  Programação Semanal &amp; Embarques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577840" cy="40233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📅  Programação Semanal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73152" cy="3291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910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Mostra embarques e coletas por dia da semana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73152" cy="3291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5798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Navegue entre semanas com as setas ◀ 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88336"/>
            <a:ext cx="73152" cy="3291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249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Embarques aparecem em azul, coletas em verde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55263"/>
            <a:ext cx="73152" cy="3291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91839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Itens criados via Pedido aparecem automaticamente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56432"/>
            <a:ext cx="5212080" cy="3657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844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Arial"/>
              </a:rPr>
              <a:t>Exemplo de semana: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13632"/>
            <a:ext cx="877824" cy="402336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525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Arial"/>
              </a:rPr>
              <a:t>2 emb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72184" y="3913632"/>
            <a:ext cx="877824" cy="402336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72184" y="3931920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184" y="43525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Arial"/>
              </a:rPr>
              <a:t>1 emb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1448" y="3913632"/>
            <a:ext cx="877824" cy="4023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3931920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QUA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43525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Arial"/>
              </a:rPr>
              <a:t>3 emb
⚠️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0712" y="3913632"/>
            <a:ext cx="877824" cy="402336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3931920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QUI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43525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Arial"/>
              </a:rPr>
              <a:t>1 col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9976" y="3913632"/>
            <a:ext cx="877824" cy="402336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9976" y="3931920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6" y="43525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Arial"/>
              </a:rPr>
              <a:t>2 emb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00584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1005840"/>
            <a:ext cx="548640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06070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🚚  Embarques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554480"/>
            <a:ext cx="146304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60934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Placa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162763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Ex: ABC-1234 (maiúsculas)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212848"/>
            <a:ext cx="146304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26771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228600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Da Casa (próprio) ou Terceirizado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871215"/>
            <a:ext cx="146304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2926079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Motorista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294436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Nome do motorista responsável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529584"/>
            <a:ext cx="146304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58444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Cliente / Destino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8" y="360273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Quem vai receber e onde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187952"/>
            <a:ext cx="146304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24281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NF / Peso / Volumes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65008" y="426110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Dados fiscais e logísticos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Arial"/>
              </a:rPr>
              <a:t>💡 Embarques podem ser gerados automaticamente ao criar um Pedido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Programação &amp; Embarques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📦  Coletas — Recebimento de Mercadorias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Arial"/>
              </a:rPr>
              <a:t>Registre todas as entradas de mercadoria vindas de fornecedores.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566160" cy="1554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3A5C"/>
                </a:solidFill>
                <a:latin typeface="Arial"/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18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Fornecedor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1343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Quem está enviando a mercadoria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08760"/>
            <a:ext cx="3566160" cy="1554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1848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3A5C"/>
                </a:solidFill>
                <a:latin typeface="Arial"/>
              </a:rPr>
              <a:t>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618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Origem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1343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Cidade e estado de onde vem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3566160" cy="15544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61848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3A5C"/>
                </a:solidFill>
                <a:latin typeface="Arial"/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618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1343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Quando a coleta está prevista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29000"/>
            <a:ext cx="3566160" cy="15544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387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3A5C"/>
                </a:solidFill>
                <a:latin typeface="Arial"/>
              </a:rPr>
              <a:t>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38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Placa &amp; Motorista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336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Veículo e condutor responsável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429000"/>
            <a:ext cx="3566160" cy="15544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5387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3A5C"/>
                </a:solidFill>
                <a:latin typeface="Arial"/>
              </a:rPr>
              <a:t>🏠/🤝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538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Tipo de Caminhão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2336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Da Casa ou Terceirizado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20440"/>
            <a:ext cx="114300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520440"/>
            <a:ext cx="11430000" cy="347472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56616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Status das Coletas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68496"/>
            <a:ext cx="26060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🟡 Aguardando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4805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Ainda não foi buscada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3968496"/>
            <a:ext cx="26060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0690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🔵 Em Trânsito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4805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A caminho da empresa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968496"/>
            <a:ext cx="26060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0690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🟢 Recebida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4805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Chegou e foi conferida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3968496"/>
            <a:ext cx="26060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40690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🔴 Com Problema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4805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Ocorreu algum imprevisto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Coletas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📋  Pedidos — Do Registro à Expedição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02920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📋  Fluxo do Pedido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4663440" cy="8046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73152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64207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E75B6"/>
                </a:solidFill>
                <a:latin typeface="Arial"/>
              </a:rPr>
              <a:t>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Novo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9751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Pedido criado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591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4663440" cy="8046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60320"/>
            <a:ext cx="73152" cy="804672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700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671A"/>
                </a:solidFill>
                <a:latin typeface="Arial"/>
              </a:rP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Em Produção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809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Produção iniciou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364991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66160"/>
            <a:ext cx="4663440" cy="8046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566160"/>
            <a:ext cx="73152" cy="804672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758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Pronto p/ Embarque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986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Produção concluída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3708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72000"/>
            <a:ext cx="4663440" cy="8046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72000"/>
            <a:ext cx="73152" cy="80467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68172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B21A8"/>
                </a:solidFill>
                <a:latin typeface="Arial"/>
              </a:rPr>
              <a:t>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Expedido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992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Saiu para entrega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1005840"/>
            <a:ext cx="60350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1005840"/>
            <a:ext cx="6035040" cy="402336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06070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🎯  Tipo de Destino (ao criar pedido)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1600200"/>
            <a:ext cx="56692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1600200"/>
            <a:ext cx="73152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18562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3A5C"/>
                </a:solidFill>
                <a:latin typeface="Arial"/>
              </a:rPr>
              <a:t>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17099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Arial"/>
              </a:rPr>
              <a:t>Somente Produção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103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O pedido vai apenas para a
fila de produção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108960"/>
            <a:ext cx="5669280" cy="1325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3108960"/>
            <a:ext cx="73152" cy="1325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36499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E75B6"/>
                </a:solidFill>
                <a:latin typeface="Arial"/>
              </a:rPr>
              <a:t>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218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Gerar Embarque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611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Um embarque é criado automaticamente
na data do prazo do pedido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617720"/>
            <a:ext cx="5669280" cy="13258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4617720"/>
            <a:ext cx="73152" cy="132588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487375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7A1E"/>
                </a:solidFill>
                <a:latin typeface="Arial"/>
              </a:rPr>
              <a:t>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727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7A1E"/>
                </a:solidFill>
                <a:latin typeface="Arial"/>
              </a:rPr>
              <a:t>Gerar Coleta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Uma coleta é criada automaticamente
na data do prazo do pedido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Pedidos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🔄  Kanban — Acompanhando 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Quadro visual com todos os pedidos organizados por status. Atualize em tempo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432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🆕 Novo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2560320" cy="868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29968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2140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PED-310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1401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Cliente ABC
500 un • 10/04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35808"/>
            <a:ext cx="2560320" cy="868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1272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PED-315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41985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Cliente ABC
500 un • 10/04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41648"/>
            <a:ext cx="2560320" cy="868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41648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133087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PED-318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42569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Cliente ABC
500 un • 10/04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463040"/>
            <a:ext cx="2743200" cy="45720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508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⚙️ Em Produção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029968"/>
            <a:ext cx="2560320" cy="86868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2029968"/>
            <a:ext cx="73152" cy="86868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212140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PED-305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241401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Cliente ABC
500 un • 10/04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035808"/>
            <a:ext cx="2560320" cy="86868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3035808"/>
            <a:ext cx="73152" cy="86868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31272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PED-308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41985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Cliente ABC
500 un • 10/04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508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✅ Pronto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029968"/>
            <a:ext cx="2560320" cy="868680"/>
          </a:xfrm>
          <a:prstGeom prst="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2029968"/>
            <a:ext cx="73152" cy="86868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212140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PED-301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241401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Cliente ABC
500 un • 10/04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035808"/>
            <a:ext cx="2560320" cy="868680"/>
          </a:xfrm>
          <a:prstGeom prst="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035808"/>
            <a:ext cx="73152" cy="86868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31272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PED-303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341985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Cliente ABC
500 un • 10/04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1463040"/>
            <a:ext cx="27432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508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🚚 Expedido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2029968"/>
            <a:ext cx="2560320" cy="86868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2029968"/>
            <a:ext cx="73152" cy="8686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212140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PED-298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0032" y="241401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Cliente ABC
500 un • 10/04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035808"/>
            <a:ext cx="2560320" cy="86868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3035808"/>
            <a:ext cx="73152" cy="8686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31272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PED-299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0032" y="341985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rial"/>
              </a:rPr>
              <a:t>Cliente ABC
500 un • 10/04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Arial"/>
              </a:rPr>
              <a:t>💡 Use o Kanban para ter uma visão rápida do andamento da produção.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Kanban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✅  Rotinas e Atividades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94960" cy="40233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✅  Rotinas — Checklists Diários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Tarefas que se repetem todo dia ou em dias específicos.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29968"/>
            <a:ext cx="51206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65A82"/>
                </a:solidFill>
                <a:latin typeface="Arial"/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214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Rotinas Diárias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8716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Aparecem todos os dias
Ex: inspeção do pátio, briefing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01568"/>
            <a:ext cx="51206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844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65A82"/>
                </a:solidFill>
                <a:latin typeface="Arial"/>
              </a:rPr>
              <a:t>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930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Rotinas Semanais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5876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Aparecem em um dia específico
Ex: reunião de segunda-feira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92040"/>
            <a:ext cx="5120640" cy="54864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029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Arial"/>
              </a:rPr>
              <a:t>Como criar uma rotina personalizada: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4009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Arial"/>
              </a:rPr>
              <a:t>1. Clique em "+ Nova Rotina"  2. Defina nome, tipo e responsável  3. Salve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0584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005840"/>
            <a:ext cx="5669280" cy="40233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06070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📌  Atividades — Tarefas Avulsas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Tarefas únicas com prazo e responsável definidos.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920240"/>
            <a:ext cx="402336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97510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5681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Título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1945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O que precisa ser feito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670048"/>
            <a:ext cx="402336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7249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70662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Responsável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9443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Quem vai realizar a tarefa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419856"/>
            <a:ext cx="402336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4747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4564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Prazo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69417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Data limite para conclusão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169664"/>
            <a:ext cx="402336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2245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2062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Unidade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44398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Qual unidade da empresa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919472"/>
            <a:ext cx="402336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9743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49560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1937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Pendente, Em Andamento ou Concluída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9893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Arial"/>
              </a:rPr>
              <a:t>💡 Filtre por "Responsável" para ver só suas tarefas.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Rotinas &amp; Atividades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📦  Estoque — Controle Automático e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O estoque se atualiza automaticamente conforme a produção e os embarques acontecem.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02336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🤖  Atualizações Automáticas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75104"/>
            <a:ext cx="5212080" cy="6766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✅ Produção conclui pedido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7A1E"/>
                </a:solidFill>
                <a:latin typeface="Arial"/>
              </a:rPr>
              <a:t>→ ENTRADA no estoque do produto produzido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43784"/>
            <a:ext cx="5212080" cy="6766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169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🚚 Embarque criado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95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7A1E"/>
                </a:solidFill>
                <a:latin typeface="Arial"/>
              </a:rPr>
              <a:t>→ SAÍDA do estoque do produto embarcado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54864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548640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✋  Movimento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1. Acesse "Estoque" no menu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2. Clique no item → "Registrar Movimento"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3. Escolha: Entrada, Saída ou Ajuste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4. Digite a quantidade e o motivo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5577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63040"/>
            <a:ext cx="557784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087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🚦  Indicadores de Estoque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29968"/>
            <a:ext cx="521208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029968"/>
            <a:ext cx="73152" cy="77724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103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A1E"/>
                </a:solidFill>
                <a:latin typeface="Arial"/>
              </a:rPr>
              <a:t>🟢 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505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Quantidade dentro do esperado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017520"/>
            <a:ext cx="521208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017520"/>
            <a:ext cx="73152" cy="777240"/>
          </a:xfrm>
          <a:prstGeom prst="rect">
            <a:avLst/>
          </a:prstGeom>
          <a:solidFill>
            <a:srgbClr val="D48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0906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860A"/>
                </a:solidFill>
                <a:latin typeface="Arial"/>
              </a:rPr>
              <a:t>🟡 Baixo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4381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Abaixo do mínimo — atenção!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005072"/>
            <a:ext cx="521208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005072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0782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Arial"/>
              </a:rPr>
              <a:t>🔴 Crítico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4256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Muito baixo — ação urgente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992624"/>
            <a:ext cx="521208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992624"/>
            <a:ext cx="731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0657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🔵 Excesso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4132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Acima do máximo — verificar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Estoque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🤖  Agentes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CEE"/>
                </a:solidFill>
                <a:latin typeface="Arial"/>
              </a:rPr>
              <a:t>Monitoramento automático e alertas inteligentes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4572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743200" cy="411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57276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E8671A"/>
                </a:solidFill>
                <a:latin typeface="Arial"/>
              </a:rPr>
              <a:t>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Zeus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71A"/>
                </a:solidFill>
                <a:latin typeface="Arial"/>
              </a:rPr>
              <a:t>PRODUÇÃO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  <a:latin typeface="Arial"/>
              </a:rPr>
              <a:t>Pedidos vencidos, prontos
parados, urgentes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417320"/>
            <a:ext cx="2743200" cy="4114800"/>
          </a:xfrm>
          <a:prstGeom prst="rect">
            <a:avLst/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7276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2E75B6"/>
                </a:solidFill>
                <a:latin typeface="Arial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Hermes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24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Arial"/>
              </a:rPr>
              <a:t>EMBARQUES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108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  <a:latin typeface="Arial"/>
              </a:rPr>
              <a:t>Saídas do dia, bloqueados,
viaturas em rota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17320"/>
            <a:ext cx="2743200" cy="411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7276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65A82"/>
                </a:solidFill>
                <a:latin typeface="Arial"/>
              </a:rPr>
              <a:t>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Poseidon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24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Arial"/>
              </a:rPr>
              <a:t>COLETAS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08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  <a:latin typeface="Arial"/>
              </a:rPr>
              <a:t>Coletas aguardando,
problemas reportados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417320"/>
            <a:ext cx="2743200" cy="4114800"/>
          </a:xfrm>
          <a:prstGeom prst="rect">
            <a:avLst/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57276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E7A1E"/>
                </a:solidFill>
                <a:latin typeface="Arial"/>
              </a:rPr>
              <a:t>☀️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860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Apollo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724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7A1E"/>
                </a:solidFill>
                <a:latin typeface="Arial"/>
              </a:rPr>
              <a:t>RESUMO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108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  <a:latin typeface="Arial"/>
              </a:rPr>
              <a:t>Resumo diário completo
de toda a operação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658368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424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71A"/>
                </a:solidFill>
                <a:latin typeface="Arial"/>
              </a:rPr>
              <a:t>📱  WhatsApp: configure um número e receba alertas diários automaticamente!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Agentes de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🗺️  Roteirização — Melhor Rota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Planeje a ordem ideal de paradas para economizar tempo e combustível.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6060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671A"/>
                </a:solidFill>
                <a:latin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934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📍 Ponto de Partida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Informe a fábrica ou CD de saída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0876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508760"/>
            <a:ext cx="26060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544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671A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60934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🏙️ Destinos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Adicione todos os pontos de entrega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50876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508760"/>
            <a:ext cx="26060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544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671A"/>
                </a:solidFill>
                <a:latin typeface="Arial Blac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0934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🧮 Calcular Rota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945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Clique em "Calcular Melhor Rota"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50876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508760"/>
            <a:ext cx="26060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5544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671A"/>
                </a:solidFill>
                <a:latin typeface="Arial Black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60934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✅ Resultado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945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O sistema sugere a ordem ideal de paradas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62272"/>
            <a:ext cx="11430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462272"/>
            <a:ext cx="11430000" cy="384048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0799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💡  Dicas para melhores resultados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74336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•  Agrupe entregas por região ou bairro para reduzir deslocamentos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21808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•  Para rotas complexas, confirme no Google Maps antes de sair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6928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•  Informe os destinos no formato "Cidade – UF" para maior clareza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Roteirização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👥  Perfis de Acesso — Quem Pode Fazer o Quê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O sistema tem 5 perfis. Cada um define o que o usuário pode ver e fazer.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Perfil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517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1517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Criar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1424" y="1517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Editar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9056" y="1517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Excluir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6688" y="1517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Usuários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93392"/>
            <a:ext cx="11430000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5798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Arial"/>
              </a:rPr>
              <a:t>👁️ Visualizador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5798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15798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215798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15798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6688" y="215798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16352"/>
            <a:ext cx="11430000" cy="7498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8094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Arial"/>
              </a:rPr>
              <a:t>👤 Operador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9809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29809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29809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29809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29809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39312"/>
            <a:ext cx="11430000" cy="74980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0390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71A"/>
                </a:solidFill>
                <a:latin typeface="Arial"/>
              </a:rPr>
              <a:t>🚚 Supervisor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80390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380390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380390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380390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380390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62272"/>
            <a:ext cx="11430000" cy="7498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62686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7A1E"/>
                </a:solidFill>
                <a:latin typeface="Arial"/>
              </a:rPr>
              <a:t>📊 Gerente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62686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3792" y="462686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1424" y="462686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462686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6688" y="462686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285232"/>
            <a:ext cx="11430000" cy="7498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44982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21A8"/>
                </a:solidFill>
                <a:latin typeface="Arial"/>
              </a:rPr>
              <a:t>👑 Admin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544982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93792" y="544982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1424" y="544982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544982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76688" y="544982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A1E"/>
                </a:solidFill>
                <a:latin typeface="Arial"/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080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Arial"/>
              </a:rPr>
              <a:t>⚙️  Para criar usuários, acesse "Usuários" no menu (somente Administrador).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Perfis de Acesso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🏭  Sistema de Produção — Chão de Fábrica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Tela separada, mais simples, para uso na linha de produção.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402336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👀  O que você vê na tela: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93392"/>
            <a:ext cx="329184" cy="45720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66543"/>
            <a:ext cx="4553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Cards de todos os pedidos com status "Novo" e "Em Produção"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88336"/>
            <a:ext cx="329184" cy="45720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24912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61487"/>
            <a:ext cx="4553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Prazo e prioridade de cada pedido em destaque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329184" cy="45720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19856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56432"/>
            <a:ext cx="4553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Pedidos urgentes com borda VERMELHA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78224"/>
            <a:ext cx="329184" cy="45720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151376"/>
            <a:ext cx="4553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Pedidos vencidos com alerta ⚠️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73168"/>
            <a:ext cx="329184" cy="457200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09744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846320"/>
            <a:ext cx="4553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Botões grandes — fácil de usar em tablets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463040"/>
            <a:ext cx="576072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463040"/>
            <a:ext cx="5760720" cy="402336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5087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🖱️  Ações disponíveis: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011680"/>
            <a:ext cx="53949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011680"/>
            <a:ext cx="73152" cy="713232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0665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71A"/>
                </a:solidFill>
                <a:latin typeface="Arial"/>
              </a:rPr>
              <a:t>⚙️ Iniciar Produção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Muda o pedido para "Em Produção"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907792"/>
            <a:ext cx="53949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907792"/>
            <a:ext cx="73152" cy="713232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626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A1E"/>
                </a:solidFill>
                <a:latin typeface="Arial"/>
              </a:rPr>
              <a:t>✅ Marcar como PRONTO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73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Conclui o pedido e atualiza o estoque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03904"/>
            <a:ext cx="53949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803904"/>
            <a:ext cx="73152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8587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Arial"/>
              </a:rPr>
              <a:t>✕ Cancelar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1696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Cancela o pedido (Supervisor)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700016"/>
            <a:ext cx="53949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700016"/>
            <a:ext cx="73152" cy="713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754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Arial"/>
              </a:rPr>
              <a:t>🗑️ Excluir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0657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Remove o pedido permanentemente (Supervisor)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596128"/>
            <a:ext cx="53949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596128"/>
            <a:ext cx="73152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6509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📋 Ver Histórico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9618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Mostra todas as movimentações do pedido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Sistema de Produção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💡  Dicas e Boas Práticas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566160" cy="21031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566160" cy="73152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671A"/>
                </a:solidFill>
                <a:latin typeface="Arial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52728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71A"/>
                </a:solidFill>
                <a:latin typeface="Arial"/>
              </a:rPr>
              <a:t>Nomes padronizados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01367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Use o mesmo nome de produto no Pedido e no Estoque para garantir atualizações automáticas.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3566160" cy="2103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356616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25272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E75B6"/>
                </a:solidFill>
                <a:latin typeface="Arial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252728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Arial"/>
              </a:rPr>
              <a:t>Atualize sempre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01367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Na tela de produção, clique em "🔄 Atualizar" se não aparecer um pedido recente.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051560"/>
            <a:ext cx="3566160" cy="2103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051560"/>
            <a:ext cx="3566160" cy="73152"/>
          </a:xfrm>
          <a:prstGeom prst="rect">
            <a:avLst/>
          </a:prstGeom>
          <a:solidFill>
            <a:srgbClr val="1E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25272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7A1E"/>
                </a:solidFill>
                <a:latin typeface="Arial"/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252728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A1E"/>
                </a:solidFill>
                <a:latin typeface="Arial"/>
              </a:rPr>
              <a:t>Programe com antecedência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801367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Crie pedidos com prazo correto: o embarque ou coleta aparece automaticamente na semana certa.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3566160" cy="21031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356616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75887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B21A8"/>
                </a:solidFill>
                <a:latin typeface="Arial"/>
              </a:rP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675887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Arial"/>
              </a:rPr>
              <a:t>Use o perfil certo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2452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Motoristas e operadores devem ter perfil "Operador" ou "Supervisor". Evite dar acesso de Admin sem necessidade.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474720"/>
            <a:ext cx="3566160" cy="21031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3474720"/>
            <a:ext cx="356616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675887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00000"/>
                </a:solidFill>
                <a:latin typeface="Arial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675887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Arial"/>
              </a:rPr>
              <a:t>WhatsApp configurado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22452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Peça ao Administrador para configurar o número de WhatsApp nos Agentes de IA para receber alertas diários.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474720"/>
            <a:ext cx="3566160" cy="2103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474720"/>
            <a:ext cx="3566160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3675887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3A5C"/>
                </a:solidFill>
                <a:latin typeface="Arial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675887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Arial"/>
              </a:rPr>
              <a:t>Rotinas em 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22452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Marque as rotinas como concluídas ao longo do dia — isso mantém o histórico da equipe atualizado.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Boas Práticas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48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❓  Perguntas Frequentes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577840" cy="73152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❓ Esqueci minha senha. O que fazer?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642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Peça ao Administrador para redefinir sua senha no módulo Usuários.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577840" cy="73152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188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❓ O estoque não atualizou. Por quê?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642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Verifique se o nome do produto no Pedido é igual ao nome cadastrado no Estoque.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24912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24912"/>
            <a:ext cx="5577840" cy="73152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77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❓ O pedido não aparece na produção.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3832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Os dois sistemas devem estar no mesmo computador e navegador. Clique em "🔄 Atualizar".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24912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724912"/>
            <a:ext cx="5577840" cy="73152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9077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❓ Posso usar no celular?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3832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Sim! O sistema funciona em celular e tablet com menu inferior adaptado.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43983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43983"/>
            <a:ext cx="5577840" cy="73152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6268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❓ Como enviar alertas pelo WhatsApp?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5102351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Em "Agentes de IA", configure o número de WhatsApp e clique em "Executar Agentes".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443983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443983"/>
            <a:ext cx="5577840" cy="73152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6268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Arial"/>
              </a:rPr>
              <a:t>❓ Como excluir um embarque?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102351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Apenas Gerente ou Administrador podem excluir. Procure o botão 🗑️ na tabela.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9E8"/>
                </a:solidFill>
                <a:latin typeface="Arial"/>
              </a:rPr>
              <a:t>⚡ ACELERA TIME  —  Sistema de Gestão Logística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65288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9E8"/>
                </a:solidFill>
                <a:latin typeface="Arial"/>
              </a:rPr>
              <a:t>FAQ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0" i="0">
                <a:solidFill>
                  <a:srgbClr val="E8671A"/>
                </a:solidFill>
                <a:latin typeface="Arial"/>
              </a:rP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9144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 Black"/>
              </a:rPr>
              <a:t>Agora você está pronto!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CCEE"/>
                </a:solidFill>
                <a:latin typeface="Arial"/>
              </a:rPr>
              <a:t>O ACELERA TIME está aqui para facilitar o seu dia a dia.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423160"/>
            <a:ext cx="8686800" cy="64008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2697480"/>
            <a:ext cx="411480" cy="475488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75234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7889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Faça seu primeiro login com o e-mail e senha fornecidos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3410712"/>
            <a:ext cx="411480" cy="475488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46557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350215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Explore o Dashboard e veja os indicadores da operação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4123944"/>
            <a:ext cx="411480" cy="475488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178807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4215383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Registre seu próximo embarque ou coleta no sistema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4837176"/>
            <a:ext cx="411480" cy="475488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8920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492861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Em dúvida, consulte o Manual do Usuário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5099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CC"/>
                </a:solidFill>
                <a:latin typeface="Arial"/>
              </a:rPr>
              <a:t>⚡ ACELERA TIME  |  Sistema de Gestão Logística  |  Versão 1.0  |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rial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